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Was the Back-to-School Campaign a Success?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FE0EC"/>
                </a:solidFill>
                <a:latin typeface="Calibri"/>
              </a:rPr>
              <a:t>One reconciled, certainty-labelled answer to the CEO’s question — built on the NexaMart data warehouse.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FB8CC"/>
                </a:solidFill>
                <a:latin typeface="Calibri"/>
              </a:rPr>
              <a:t>NexaMart Enterprise Data Warehouse · Milestone 2  —  figures live from NEXAMART_MARTS, 15 Jun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problem: one campaign, seven different answers</a:t>
            </a:r>
          </a:p>
        </p:txBody>
      </p:sp>
      <p:pic>
        <p:nvPicPr>
          <p:cNvPr id="4" name="Picture 3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37213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Seven teams measured the same Back-to-School campaign — and reported seven incompatible numbers.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Sales saw revenue +34%; Finance +11%; Ecommerce cart abandonment +22%.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Inventory logged “just 3 stockouts”; Support “340 complaints”; Store Ops “pickup work tripled.”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Same campaign — the numbers can’t all be right. Which one does the CEO trust?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The warehouse exists to produce ONE reconciled, certainty-labelled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we built: one governed source of truth</a:t>
            </a:r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515600" cy="28056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26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16314A"/>
                </a:solidFill>
                <a:latin typeface="Calibri"/>
              </a:rPr>
              <a:t>▸  Bronze → Silver → Gold → Marts: raw data cleaned, conformed, and served as governed KPI views.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6314A"/>
                </a:solidFill>
                <a:latin typeface="Calibri"/>
              </a:rPr>
              <a:t>▸  24 data anomalies detected, resolved and audited; affected Gold facts rebuilt and re-validated.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6314A"/>
                </a:solidFill>
                <a:latin typeface="Calibri"/>
              </a:rPr>
              <a:t>▸  Every KPI is published in NEXAMART_MARTS with an explicit certainty label (CONFIRMED / INFERRED / ESTIMATED).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This deck and any dashboard read only the validated Marts layer — never raw tables.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we found (1): the biggest revenue corrections</a:t>
            </a:r>
          </a:p>
        </p:txBody>
      </p:sp>
      <p:pic>
        <p:nvPicPr>
          <p:cNvPr id="4" name="Picture 3" descr="corr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5222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₹2.75 Cr — store sales were reported gross; normalised to net of line-level discounts.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₹0.65 Cr — platform return refunds, previously buried, now surfaced separately.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₹0.41 Cr — cancelled e-commerce orders still carried revenue (A1); now zeroed.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A3 — all channels normalised to a tax-exclusive basis so cross-channel sums finally compare.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Each correction is reproducible from a live view — not an estimate, not an opinion.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we found (2): reclassified, not deleted</a:t>
            </a:r>
          </a:p>
        </p:txBody>
      </p:sp>
      <p:pic>
        <p:nvPicPr>
          <p:cNvPr id="4" name="Picture 3" descr="re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518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₹1.72 Cr of NexaLocal “seller-marked-sold” was counted as confirmed revenue (A4).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It carries no platform payment — so it becomes ESTIMATED Classified GMV (₹1.26 Cr, ±35%).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A11 — a customer-id collision (the ‘9999’ catch-all) was split back to real customers.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A5 / A6 — oversell where the website sold stock the warehouse didn’t have, corrected.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Nothing is deleted — anomalies are corrected, flagged, and kept for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reconciled numbers (1): gross sales → trusted revenue</a:t>
            </a:r>
          </a:p>
        </p:txBody>
      </p:sp>
      <p:pic>
        <p:nvPicPr>
          <p:cNvPr id="4" name="Picture 3" descr="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50481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Gross Sale Value: ₹141.51 Cr across all confirmed-transaction channels.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Less cancelled orders (₹0.41 Cr) and store discounts (₹2.75 Cr)…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= Net Confirmed Revenue ₹138.35 Cr — the one trusted top-line (CONFIRMED).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Return refunds (₹0.65 Cr) sit beside it, never silently netted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Every step is named and quantified — the CEO can audit the path to the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reconciled numbers (2): confirmed vs estimated, never mixed</a:t>
            </a:r>
          </a:p>
        </p:txBody>
      </p:sp>
      <p:pic>
        <p:nvPicPr>
          <p:cNvPr id="4" name="Picture 3" descr="g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47074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Confirmed GMV: ₹138.35 Cr (= NCR by construction); campaign-window ₹24.55 Cr.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Estimated Classified GMV: ₹1.26 Cr point, band ₹0.82–1.70 Cr (ESTIMATED).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The two live in different certainty bands and are NEVER added together.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This single discipline removes the most common legacy double-count.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One auditable number for the board; the estimate reported honestly, with its band.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Was the campaign successful? Yes — clearly and defensibly</a:t>
            </a:r>
          </a:p>
        </p:txBody>
      </p:sp>
      <p:pic>
        <p:nvPicPr>
          <p:cNvPr id="4" name="Picture 3" descr="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522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Campaign-window confirmed revenue ran at ₹11.69M/day vs ₹7.78M/day pre-ramp — +50%.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+₹1.27 Cr confirmed EC incremental revenue over a like-for-like baseline (CONFIRMED).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The legacy +34% was inflated by cancelled orders and seller-marked-sold (now ESTIMATED).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Caveats the campaign exposed — not caused: on-time delivery 54%; a few stockouts.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Positive on confirmed revenue — with the operational fixes clearly identified.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Inventory: the campaign exposed hidden stockouts</a:t>
            </a:r>
          </a:p>
        </p:txBody>
      </p:sp>
      <p:pic>
        <p:nvPicPr>
          <p:cNvPr id="4" name="Picture 3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522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Across 38,610 SKU-location-days, every stockout and oversell-risk event fell in the campaign.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5 SKU-location-days hit zero availability; 5 residual oversell-risk snapshots — all in-window.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Inventory accuracy held at 99.5% (216,645 / 217,800 snapshots).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Legacy KPIs showed only “3 stockouts” — the website sold stock the warehouse lacked.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Demand spikes find inventory gaps — now visible, measurable and fixable.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Seller quality: duplicate listings and a fraud ring, surfaced</a:t>
            </a:r>
          </a:p>
        </p:txBody>
      </p:sp>
      <p:pic>
        <p:nvPicPr>
          <p:cNvPr id="4" name="Picture 3" descr="se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6766560" cy="4815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1,253 listings carried a 1.015× duplicate-inflation factor (19 duplicate / relisted entries).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An image-hash duplicate ring (A13) was corroborated on 18 of 19 flagged listings.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538 active listings drew 564 buyer contacts; relisting rate just 3 / 1,253.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All 348 scored sellers sit in the LOW-risk tier after cleanup.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Marketplace GMV is deduplicated and certainty-labelled before it ever reaches a KPI.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NexaMart M2 — Was the Back-to-School Campaign a Success?</dc:title>
  <dc:subject>Campaign reconciliation on certainty-labelled KPIs (NEXAMART_MARTS)</dc:subject>
  <dc:creator/>
  <cp:keywords>NexaMart; Milestone 2; KPI reconciliation; data warehouse</cp:keywords>
  <dc:description/>
  <cp:lastModifiedBy/>
  <cp:revision>1</cp:revision>
  <dcterms:created xsi:type="dcterms:W3CDTF">2026-06-15T00:00:00Z</dcterms:created>
  <dcterms:modified xsi:type="dcterms:W3CDTF">2026-06-15T00:00:00Z</dcterms:modified>
  <cp:category>Stakeholder presentation</cp:category>
</cp:coreProperties>
</file>